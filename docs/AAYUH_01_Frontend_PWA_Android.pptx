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end" id="{a7c29397-8627-0952-0a5c-b0c46cf85f5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pragmatic choice and its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which backend each page talks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about what offline means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Guards hide pages; rules protect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are approximations; the disclaimers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weaknesses before the interviewer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Frontend, PWA and Android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Frontend, PWA and Android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D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Frontend, PWA and Android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A multi-page vanilla JavaScript app packaged as website, PWA and Android app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Frontend architecture and page map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PWA and service worker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Auth guards and navigation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Device sensors: steps and heart rate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Screens tour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Honest improvements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68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5593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457D6"/>
                </a:solidFill>
              </a:rPr>
              <a:t>Multi-page static app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21 HTML pages at the repo root (22 in www/). No framework, no bundler, no build step.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68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5593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B8520A"/>
                </a:solidFill>
              </a:rPr>
              <a:t>Self-contained pages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Each page carries its own CSS and JavaScript, plus its own Firebase setup where needed. Shared: style.css, script.js, backbutton.js.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68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55930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7714A"/>
                </a:solidFill>
              </a:rPr>
              <a:t>Biggest pages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Blog 1,724 lines, dashboard 1,614, pharmacy 1,011, profile 897, medicines 762, symptoms 746.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150360"/>
            <a:ext cx="3575304" cy="206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5036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241800"/>
            <a:ext cx="3429000" cy="19395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6B3FA0"/>
                </a:solidFill>
              </a:rPr>
              <a:t>Libraries by CDN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Firebase SDK, Supabase JS v2, Leaflet maps, pdf.js, Google Fonts.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06824" y="4150360"/>
            <a:ext cx="3575304" cy="206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15036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241800"/>
            <a:ext cx="3429000" cy="19395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0F766E"/>
                </a:solidFill>
              </a:rPr>
              <a:t>Why this approach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Fast to build, works as static hosting, and Capacitor can wrap the same files into an Android app.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65008" y="4150360"/>
            <a:ext cx="3575304" cy="206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1503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241800"/>
            <a:ext cx="3429000" cy="193954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B3261E"/>
                </a:solidFill>
              </a:rPr>
              <a:t>Trade-off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Repeated code across pages and no shared components. A framework would reduce duplication.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map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566668"/>
                <a:gridCol w="3850002"/>
                <a:gridCol w="4675002"/>
              </a:tblGrid>
              <a:tr h="430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Page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Data source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7D6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index / home / register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Landing, login, sign up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Firebase Auth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dashboard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Quick access, trackers, daily tips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Firestore, sensors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symptoms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Symptom checker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Proxy: ML, then LLM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medicines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Medicine information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openFDA + LLM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disease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Disease lookup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Wikipedia + LLM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ChatBot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BBot health assistant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LLM via proxy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medical history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Report vault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Firestore + Storage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Emergency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SOS contacts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Firestore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Find Doctors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Map of nearby care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Nominatim + LLM + Leaflet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4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61B22"/>
                          </a:solidFill>
                        </a:rPr>
                        <a:t>pharmacy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Product browse and cart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61B22"/>
                          </a:solidFill>
                        </a:rPr>
                        <a:t>Supabase</a:t>
                      </a:r>
                      <a:endParaRPr lang="en-US" sz="16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and offline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937760" cy="4023360"/>
          </a:xfrm>
          <a:prstGeom prst="roundRect">
            <a:avLst>
              <a:gd name="adj" fmla="val 1364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4754880" cy="387705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standalone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theme_color: #00796B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orientation: portrait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service-worker.js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cache: aayuh-cache-v1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strategy: cache-first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files: index, home, dashboard,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manifest, 2 icons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0" y="1280160"/>
            <a:ext cx="5971032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1280160"/>
            <a:ext cx="59710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42432" y="1371600"/>
            <a:ext cx="5824728" cy="1091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Installable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Web App Manifest makes the site installable with a standalone window.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0" y="2682240"/>
            <a:ext cx="5971032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2682240"/>
            <a:ext cx="597103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42432" y="2773680"/>
            <a:ext cx="5824728" cy="1091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7714A"/>
                </a:solidFill>
              </a:rPr>
              <a:t>Registration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script.js registers the worker and handles an update message (skipWaiting).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669280" y="4084320"/>
            <a:ext cx="5971032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4084320"/>
            <a:ext cx="597103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4175760"/>
            <a:ext cx="5824728" cy="10911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8520A"/>
                </a:solidFill>
              </a:rPr>
              <a:t>Limit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Only 6 files are pre-cached, so most pages need the network. Deeper offline support is future work.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486400"/>
            <a:ext cx="73152" cy="50292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48640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Say: "The PWA basics are in place; full offline mode is an improvement, not a claim."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guards and navigation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Login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Firebase signInWithEmailAndPassword with LOCAL persistence, so sessions survive restarts. Password reset by email.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Page guard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Protected pages call onAuthStateChanged and redirect to index.html when no user is signed in.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Admin view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Dashboard shows an admin list only when the ID token has the claim role = admin.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Android back button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backbutton.js and an exit dialog use the Capacitor App plugin to exit cleanly.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Consent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cookie banner and legal pages (privacy, terms, disclaimer) are included.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Caveat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Client-side guards are only UX. Real protection must come from Firebase security rules.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sensors on the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Steps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devicemotion accelerometer; iOS permission prompt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</a:rPr>
              <a:t>Heart rate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Rear camera, red-channel variance (PPG)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Blood pressure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Manual entry or estimate from HR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Sync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localStorage + Firestore users/{uid}.health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Daily reset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Steps reset at midnight; a goal can be set and is saved to the profile.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Test button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+10 test button simulates steps on desktop so the logic can be demonstrated.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582926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Safety wording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page states camera estimation is not medically accurate and advises a certified BP cuff.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tour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56032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" y="1371600"/>
            <a:ext cx="533400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593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Landing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245352" y="1371600"/>
            <a:ext cx="5394960" cy="256032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d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7201"/>
            <a:ext cx="5394960" cy="254911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45352" y="39593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297680"/>
            <a:ext cx="5394960" cy="17373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10" name="Image 2" descr="tr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412" y="4297680"/>
            <a:ext cx="3605416" cy="17373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45352" y="4297680"/>
            <a:ext cx="5394960" cy="17373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12" name="Image 3" descr="symr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630" y="4297680"/>
            <a:ext cx="1886404" cy="1737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Duplicate folders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Root and www/ copies of pages have drifted apart. Use one source and copy at build time.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Mixed Firebase SDKs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Some pages use v9 compat and others v10 modular. Standardize on one.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Escape dynamic HTML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symptoms.html has escapeHtml; other pages build HTML strings directly. Apply escaping everywhere.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Shared components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Move repeated header, auth and styles into shared modules or adopt a framework.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Offline depth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Cache more pages and add an offline fallback page.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Tests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Add Playwright flows for login, symptom check and history upload.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Frontend, PWA and Android – AAYUH</dc:title>
  <dc:subject>PptxGenJS Presentation</dc:subject>
  <dc:creator>P. Bharath Kumar</dc:creator>
  <cp:lastModifiedBy>P. Bharath Kumar</cp:lastModifiedBy>
  <cp:revision>1</cp:revision>
  <dcterms:created xsi:type="dcterms:W3CDTF">2026-10-08T05:01:28Z</dcterms:created>
  <dcterms:modified xsi:type="dcterms:W3CDTF">2026-10-08T05:01:28Z</dcterms:modified>
</cp:coreProperties>
</file>