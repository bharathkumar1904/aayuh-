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I" id="{37d67c0d-bcb5-7284-a0bb-0e2abc9d88a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all five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server-side model choice is a good design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system prompt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FDA data is US labelling, not Indian 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know prompts are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is a strong interview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AI and LLM Integration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AI and LLM Integration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B3FA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AI and LLM Integration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Where the Groq-hosted LLM is used, how prompts are guarded, and what can go wrong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AI feature map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Request path and the model question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BBot chatbot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Medicine finder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Prompt patterns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Risks and mitigations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map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016668"/>
                <a:gridCol w="4583336"/>
                <a:gridCol w="4491669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What the LLM does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Guardrail in the code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BBot chatbot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Answers health questions, reads PDF text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System prompt: medical topics only, always advise a doctor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Medicine finder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Turns a drug name into usage, dosage, timing, side effects (JSON)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Low temperature, FDA label as backup, disclaimer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Symptom fallback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Plain guidance when the ML model has no match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Rules: no diagnosis, no medicine names or doses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Disease lookup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Prevention, diet and warning tips beside Wikipedia text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Educational-only banner on the page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Find doctors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Suggests clinics, hospitals and pharmacies as JSON for map pins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Only a disclaimer; names and places are not verified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 and the model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Page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Builds messages, temperature, max_tokens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Proxy /chat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Adds key and model from env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</a:rPr>
              <a:t>Groq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OpenAI-compatible chat completions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Page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Reads choices[0].message.content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82926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Model mismatch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Pages send llama-3.3-70b-versatile and the README says Llama 3.3-70B, but the proxy ignores the client model and uses GROQ_MODEL (default openai/gpt-oss-20b).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582926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to say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server decides the model through an environment variable. Check the value on Render before the interview.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582926"/>
            <a:ext cx="357530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674366"/>
            <a:ext cx="3429000" cy="28895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Typical settings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Temperature 0.3 to 0.4; max_tokens from 700 to 1,400 depending on the feature.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BBot chatbot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60604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45" y="1280160"/>
            <a:ext cx="5479191" cy="2606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Medical-only assistant with disclaimer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251960"/>
            <a:ext cx="3291840" cy="182880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chat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21" y="4251960"/>
            <a:ext cx="2306078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280160"/>
            <a:ext cx="5330952" cy="112864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280160"/>
            <a:ext cx="533095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82512" y="1371600"/>
            <a:ext cx="5184648" cy="100063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457D6"/>
                </a:solidFill>
              </a:rPr>
              <a:t>System prompt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Only medicine and health topics; off-topic gets a fixed refusal; always remind users to see a licensed doctor.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309360" y="2591689"/>
            <a:ext cx="5330952" cy="9117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09360" y="2591689"/>
            <a:ext cx="533095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82512" y="2683129"/>
            <a:ext cx="5184648" cy="78371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457D6"/>
                </a:solidFill>
              </a:rPr>
              <a:t>Memory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Last 20 messages in localStorage (aayuh_bbot_history).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09360" y="3686302"/>
            <a:ext cx="5330952" cy="112864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3686302"/>
            <a:ext cx="533095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82512" y="3777742"/>
            <a:ext cx="5184648" cy="100063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7714A"/>
                </a:solidFill>
              </a:rPr>
              <a:t>Attachments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Max 5 files; images 5 MB, files 10 MB. PDFs are read with pdf.js (20 pages, 6,000 characters).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309360" y="4997831"/>
            <a:ext cx="5330952" cy="112864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4997831"/>
            <a:ext cx="533095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382512" y="5089271"/>
            <a:ext cx="5184648" cy="100063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3261E"/>
                </a:solidFill>
              </a:rPr>
              <a:t>Limit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61B22"/>
                </a:solidFill>
              </a:rPr>
              <a:t>Images are not analysed. Only their file names go into the prompt.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finder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Input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Brand or generic name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459736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43784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9504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Brand map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Dolo 650 to paracetamol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38928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4648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openFDA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Label lookup, 6 s timeout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50024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34072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79792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</a:rPr>
              <a:t>LLM JSON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Patient-friendly fields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45168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29216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74936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Merge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ai.usage or FDA usage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Parallel calls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FDA request starts first and runs while the LLM is called; the LLM is retried once if it returns nothing.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4306824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2582926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79976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Fallback order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Use the AI usage text, otherwise the FDA text, otherwise Information not available.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065008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2582926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Why a brand map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Indian brand names are not in the US FDA database, so common ones are mapped to generics.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Role + rules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You are a medical information assistant, then numbered rules: do not diagnose, never name doses.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JSON-only output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Medicine and doctor prompts demand a JSON object and no markdown. The page extracts it with a regex and JSON.parse.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Length limits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Prompts cap output (for example under 180 words) and use plain headings.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Low temperature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0.3 to 0.4 for steadier, less creative answers.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Fixed refusal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Off-topic questions get one exact sentence, which the page detects to style it.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Weakness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Regex JSON parsing breaks on odd output. Use a JSON mode or schema validation.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108334"/>
                <a:gridCol w="4583336"/>
                <a:gridCol w="4400002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Where it shows up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Hallucination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Find doctors can invent names, addresses and coordinates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Use OpenStreetMap Overpass data, show it as unverified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Medical harm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Chat or medicine text read as advice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Disclaimers, no doses, triage rules, red-flag wording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Prompt injection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Text inside an uploaded PDF reaches the prompt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Separate system and user content, filter outputs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Privacy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Symptoms and report text sent to a third-party LLM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Tell users, redact identifiers, review provider terms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Abuse and cost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Open /chat endpoint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Rate limits, app token, model allow-list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Ground answers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Retrieval from trusted sources such as MedlinePlus with citations.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Real doctor data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Query OpenStreetMap or a verified directory instead of free-form LLM output.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Output checks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Schema validation and a safety filter on every reply.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Image support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Use a vision-capable model, or remove the image attach button.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Evaluate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Test sets for refusal behaviour and unsafe prompts.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Cost control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Caching common medicine lookups.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LLM Integration – AAYUH</dc:title>
  <dc:subject>PptxGenJS Presentation</dc:subject>
  <dc:creator>P. Bharath Kumar</dc:creator>
  <cp:lastModifiedBy>P. Bharath Kumar</cp:lastModifiedBy>
  <cp:revision>1</cp:revision>
  <dcterms:created xsi:type="dcterms:W3CDTF">2026-10-08T05:02:25Z</dcterms:created>
  <dcterms:modified xsi:type="dcterms:W3CDTF">2026-10-08T05:02:25Z</dcterms:modified>
</cp:coreProperties>
</file>