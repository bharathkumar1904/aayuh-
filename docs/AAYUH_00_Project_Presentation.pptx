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7c398750-cd41-13d4-2e98-a074201f146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purpose: a single health companion app for Indian users, with an ML symptom engine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to solution. All ten items exist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then explain the external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comes from package.json, requirements.txt or script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feature: explain the fallback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were reproduced locally from the repo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Find Doctors is LLM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gaps are listed in detail in deck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implementation, result. No invented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answers are in the Q&amp;A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AAYUH Project Presentation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AAYUH Project Presentation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E0D2"/>
                </a:solidFill>
              </a:rPr>
              <a:t>FULL-STACK AI HEALTH COMPANION · PROJECT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2F4F7"/>
                </a:solidFill>
              </a:rPr>
              <a:t>AAYUH – AI-Powered Health Companion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0DA"/>
                </a:solidFill>
              </a:rPr>
              <a:t>Medicine info, ML symptom checker, health chatbot, medical records and emergency access as a website, PWA and Android app.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P. Bharath Kumar  ·  Student ID: 2400030010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C9D0DA"/>
                </a:solidFill>
              </a:rPr>
              <a:t>Project type: Full-stack web + Android app with an ML service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7FE0D2"/>
                </a:solidFill>
              </a:rPr>
              <a:t>Live: aayuh.vercel.app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7FE0D2"/>
                </a:solidFill>
              </a:rPr>
              <a:t>GitHub: bharathkumar1904/AAYUH-  ·  aayuh-proxy  ·  aayuh-ml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937760" cy="23774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0" descr="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15338"/>
            <a:ext cx="4937760" cy="2370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846320" cy="93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4846320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4700016" cy="8082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8520A"/>
                </a:solidFill>
              </a:rPr>
              <a:t>Health information is scattered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Medicines, symptoms, records and doctors live in different apps and websites.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99284"/>
            <a:ext cx="4846320" cy="93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99284"/>
            <a:ext cx="4846320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490724"/>
            <a:ext cx="4700016" cy="8082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8520A"/>
                </a:solidFill>
              </a:rPr>
              <a:t>Medicine labels are hard to read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Patients need plain-language usage, dosage and side effects.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18408"/>
            <a:ext cx="4846320" cy="7503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518408"/>
            <a:ext cx="4846320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609848"/>
            <a:ext cx="4700016" cy="6223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8520A"/>
                </a:solidFill>
              </a:rPr>
              <a:t>Searching symptoms causes anxiety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Generic web search gives no structure or urgency guidance.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51604"/>
            <a:ext cx="4846320" cy="7503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51604"/>
            <a:ext cx="4846320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543044"/>
            <a:ext cx="4700016" cy="6223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8520A"/>
                </a:solidFill>
              </a:rPr>
              <a:t>Records are lost on paper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Reports and prescriptions need one secure place.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384800"/>
            <a:ext cx="4846320" cy="7503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84800"/>
            <a:ext cx="4846320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5476240"/>
            <a:ext cx="4700016" cy="6223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8520A"/>
                </a:solidFill>
              </a:rPr>
              <a:t>Emergencies need speed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Numbers and nearby care must be a tap away.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586272"/>
                </a:solidFill>
              </a:rPr>
              <a:t>→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280160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1072" y="1371600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Medicine tracker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FDA label data + AI summary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20556" y="1280160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20556" y="1280160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3708" y="1371600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Symptom checker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ML model + triage rules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244344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244344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91072" y="2335784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Health chatbot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Medical-only AI assistant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020556" y="2244344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20556" y="2244344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93708" y="2335784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Disease lookup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Wikipedia + AI tips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8528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208528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1072" y="3299968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Medical history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Upload and filter reports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020556" y="3208528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20556" y="3208528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93708" y="3299968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Emergency SOS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Quick-dial contacts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17920" y="4172712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4172712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91072" y="4264152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Find doctors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Map of nearby care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020556" y="4172712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0556" y="4172712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93708" y="4264152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Health trackers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Steps, heart rate, BP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217920" y="5136896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5136896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91072" y="5228336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Pharmacy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Browse and add to cart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020556" y="5136896"/>
            <a:ext cx="2619756" cy="781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20556" y="5136896"/>
            <a:ext cx="261975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93708" y="5228336"/>
            <a:ext cx="2473452" cy="6532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766E"/>
                </a:solidFill>
              </a:rPr>
              <a:t>Android app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61B22"/>
                </a:solidFill>
              </a:rPr>
              <a:t>Same code via Capacitor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7101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User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Browser, PWA or Android app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2006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3444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27101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1 Frontend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Static HTML, CSS, JS on Vercel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2006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3444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27101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2 Proxy (API)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Node.js http server on Render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2006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3444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27101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3 ML service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FastAPI + scikit-learn, Docker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0860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6272"/>
                </a:solidFill>
              </a:rPr>
              <a:t>4 DATA AND EXTERNAL SERVICES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74366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710942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Firebase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Auth, Firestore, Storage (browser direct)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33522" y="2959989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417570" y="2674366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63290" y="2710942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Supabase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Pharmacy products table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02452" y="2959989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86500" y="2674366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32220" y="2710942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Groq LLM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Reached only through the proxy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771382" y="2959989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55430" y="2674366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58627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01150" y="2710942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6272"/>
                </a:solidFill>
              </a:rPr>
              <a:t>Public APIs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FDA, Wikipedia, OpenStreetMap, ipapi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885692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85692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885692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5 Deployment: Vercel (web) · Render (proxy) · Docker image (ML) · Capacitor APK with Capgo OTA. Symptom path: page → proxy /predict → ML → result; if it fails → proxy /chat → Groq.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Frontend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HTML5, CSS3, vanilla JavaScript, Leaflet maps, pdf.js, Web App Manifest, Service Worker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8520A"/>
                </a:solidFill>
              </a:rPr>
              <a:t>Backend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Node.js http server (dotenv only) as an API proxy; FastAPI + Uvicorn + Pydantic for ML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7714A"/>
                </a:solidFill>
              </a:rPr>
              <a:t>Machine learning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Python 3.11, scikit-learn MultinomialNB, pandas, NumPy, joblib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98704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8704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07848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6B3FA0"/>
                </a:solidFill>
              </a:rPr>
              <a:t>AI (LLM)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Groq Cloud chat completions, called only via the proxy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306824" y="298704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298704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07848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F766E"/>
                </a:solidFill>
              </a:rPr>
              <a:t>Auth and database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Firebase Auth, Firestore, Storage; Supabase (pharmacy products)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65008" y="298704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298704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07848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3261E"/>
                </a:solidFill>
              </a:rPr>
              <a:t>Mobile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Capacitor 8 (Android), Capgo live updates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469392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9392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478536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334155"/>
                </a:solidFill>
              </a:rPr>
              <a:t>External APIs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openFDA drug labels, Wikipedia, OpenStreetMap Nominatim, ipapi.co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306824" y="469392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6824" y="469392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79976" y="478536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Deployment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Vercel, Render, Docker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065008" y="4693920"/>
            <a:ext cx="3575304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4693920"/>
            <a:ext cx="3575304" cy="64008"/>
          </a:xfrm>
          <a:prstGeom prst="rect">
            <a:avLst/>
          </a:prstGeom>
          <a:solidFill>
            <a:srgbClr val="586272"/>
          </a:solidFill>
          <a:ln w="12700">
            <a:solidFill>
              <a:srgbClr val="58627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4785360"/>
            <a:ext cx="3429000" cy="13959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586272"/>
                </a:solidFill>
              </a:rPr>
              <a:t>Not used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React, Angular, Tailwind, MongoDB, TensorFlow, deep learning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checker: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0" cy="28346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symin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8970"/>
            <a:ext cx="4572000" cy="2557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42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Input: age, sex, symptoms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57800" y="1280160"/>
            <a:ext cx="2651760" cy="28346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sym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76357"/>
            <a:ext cx="2651760" cy="244224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57800" y="4142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Results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183880" y="1280160"/>
            <a:ext cx="3456432" cy="11221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183880" y="1280160"/>
            <a:ext cx="34564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57032" y="1371600"/>
            <a:ext cx="3310128" cy="99415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457D6"/>
                </a:solidFill>
              </a:rPr>
              <a:t>Flow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Normalize symptoms → proxy /predict → ML model → top 5 conditions with match % and triage level → render.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83880" y="2585212"/>
            <a:ext cx="3456432" cy="11221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183880" y="2585212"/>
            <a:ext cx="345643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57032" y="2676652"/>
            <a:ext cx="3310128" cy="99415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8520A"/>
                </a:solidFill>
              </a:rPr>
              <a:t>Fallback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If nothing matches or the ML service fails, the proxy /chat asks the LLM for safe general guidance.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83880" y="3890264"/>
            <a:ext cx="3456432" cy="9362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83880" y="3890264"/>
            <a:ext cx="345643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57032" y="3981704"/>
            <a:ext cx="3310128" cy="8082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3261E"/>
                </a:solidFill>
              </a:rPr>
              <a:t>Honest limit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Age and sex are collected but not sent to the model.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4709160"/>
            <a:ext cx="191109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4745736"/>
            <a:ext cx="1819656" cy="6583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57D6"/>
                </a:solidFill>
              </a:rPr>
              <a:t>Input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1B22"/>
                </a:solidFill>
              </a:rPr>
              <a:t>Age, sex, symptoms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2459736" y="4892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2843784" y="4709160"/>
            <a:ext cx="191109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889504" y="4745736"/>
            <a:ext cx="1819656" cy="6583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57D6"/>
                </a:solidFill>
              </a:rPr>
              <a:t>Normalize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1B22"/>
                </a:solidFill>
              </a:rPr>
              <a:t>Aliases to snake_case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754880" y="4892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5138928" y="4709160"/>
            <a:ext cx="191109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184648" y="4745736"/>
            <a:ext cx="1819656" cy="6583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20A"/>
                </a:solidFill>
              </a:rPr>
              <a:t>Proxy /predict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1B22"/>
                </a:solidFill>
              </a:rPr>
              <a:t>Relay to FastAPI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050024" y="4892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7434072" y="4709160"/>
            <a:ext cx="191109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479792" y="4745736"/>
            <a:ext cx="1819656" cy="6583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14A"/>
                </a:solidFill>
              </a:rPr>
              <a:t>Model + triage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1B22"/>
                </a:solidFill>
              </a:rPr>
              <a:t>Top 5 + match %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345168" y="48920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9729216" y="4709160"/>
            <a:ext cx="191109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774936" y="4745736"/>
            <a:ext cx="1819656" cy="6583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</a:rPr>
              <a:t>Render or fallback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1B22"/>
                </a:solidFill>
              </a:rPr>
              <a:t>LLM if no match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8640" y="5760720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31520" y="57607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Output is a symptom match score, not a diagnosis; every result page carries a medical disclaimer.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Data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4,920 rows → 304 unique after removing duplicates (94% were copies). 41 diseases, 132 symptoms.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Features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Binary symptom vector multiplied by a severity weight (128 of 132 symptoms have one).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Model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MultinomialNB, alpha = 10, fast and probabilistic on small data.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515106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15106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606546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Measured accuracy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94.4% on training rows, 92.9% (39 of 42) on the provided test file. Test set is tiny, so this is not clinical validation.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515106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515106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606546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Triage rules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5 emergency and 2 urgent red-flag rules run before the model result.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515106"/>
            <a:ext cx="3575304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515106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606546"/>
            <a:ext cx="3429000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Serving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FastAPI /predict, /triage, /symptoms, /health in a Docker image.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and guardrails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852160" cy="27889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2903"/>
            <a:ext cx="5852160" cy="27834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965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BBot answers medical questions only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5852160" cy="10756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434840"/>
            <a:ext cx="5852160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4526280"/>
            <a:ext cx="5705856" cy="94767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B3261E"/>
                </a:solidFill>
              </a:rPr>
              <a:t>Limit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61B22"/>
                </a:solidFill>
              </a:rPr>
              <a:t>Attached images are not analysed. Only the file names are sent to the model.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0" y="1280160"/>
            <a:ext cx="5056632" cy="168977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280160"/>
            <a:ext cx="50566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56832" y="1371600"/>
            <a:ext cx="4910328" cy="156176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BBot chatbot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System prompt limits topics to health and adds a disclaimer; keeps last 20 messages; extracts PDF text.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583680" y="3152817"/>
            <a:ext cx="5056632" cy="139539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3152817"/>
            <a:ext cx="505663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56832" y="3244257"/>
            <a:ext cx="4910328" cy="126737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7714A"/>
                </a:solidFill>
              </a:rPr>
              <a:t>Medicine finder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openFDA label + LLM JSON summary; Indian brand names mapped to generics.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583680" y="4731089"/>
            <a:ext cx="5056632" cy="139539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4731089"/>
            <a:ext cx="505663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56832" y="4822529"/>
            <a:ext cx="4910328" cy="126737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B3261E"/>
                </a:solidFill>
              </a:rPr>
              <a:t>Find doctors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LLM suggests places on a Leaflet map. Names and coordinates are not verified.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authentication and security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415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Firebase Auth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Email/password login, LOCAL persistence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Firestore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users, medical_history, emergencyContacts, userSettings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Firebase Storage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Report files at reports/{uid}/...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Supabase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Pharmacy products, admin access log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localStorage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Profile cache, steps, chat history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280160"/>
            <a:ext cx="5422392" cy="21690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0" y="1280160"/>
            <a:ext cx="542239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91072" y="1371600"/>
            <a:ext cx="5276088" cy="204101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Done well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Groq key stays on the server; disclaimers; cookie banner; per-user storage paths.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217920" y="3632073"/>
            <a:ext cx="5422392" cy="249440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3632073"/>
            <a:ext cx="542239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91072" y="3723513"/>
            <a:ext cx="5276088" cy="236639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Fix before interview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Hard-coded pharmacy admin password in client code; open /chat endpoint with no rate limit; Firestore rules are not in the repo.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and solutions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383334"/>
                <a:gridCol w="8708338"/>
              </a:tblGrid>
              <a:tr h="415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Problem → Implementation → Result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Hiding the LLM key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Browser calls would expose it → Node proxy holds GROQ_API_KEY → keys never ship to the client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Duplicate-heavy dataset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94% of rows were copies → drop_duplicates before training → 304 unique rows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Misleading probabilities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Raw percentages confuse users → show matched/profile symptom match + remaining symptoms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Safety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A model can miss emergencies → rule-based red-flag triage runs first → emergency or urgent labels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Free-tier sleep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Idle servers add delay → keep-alive ping every 14 min and /health endpoint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Service failure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ML or unknown symptoms → fall back to LLM with a no-diagnosis prompt → user always gets guidance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One codebase, 3 platforms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Web, PWA, Android → Capacitor wraps the same files; Capgo OTA updates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7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1B22"/>
                          </a:solidFill>
                        </a:rPr>
                        <a:t>Multi-file reports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1B22"/>
                          </a:solidFill>
                        </a:rPr>
                        <a:t>Several files per visit → shared group_id across Firestore docs + resumable uploads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and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11800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766E"/>
                </a:solidFill>
              </a:rPr>
              <a:t>Frontend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61B22"/>
                </a:solidFill>
              </a:rPr>
              <a:t>1 Why multi-page vanilla JS? 2 How does the PWA work? 3 How is auth enforced on pages? 4 How is it responsive?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11800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766E"/>
                </a:solidFill>
              </a:rPr>
              <a:t>Backend and ML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61B22"/>
                </a:solidFill>
              </a:rPr>
              <a:t>5 Why a proxy? 6 Why Naive Bayes? 7 How is triage decided? 8 How do you handle ML downtime?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71140"/>
            <a:ext cx="5454396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7114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862580"/>
            <a:ext cx="5308092" cy="11800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766E"/>
                </a:solidFill>
              </a:rPr>
              <a:t>Data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61B22"/>
                </a:solidFill>
              </a:rPr>
              <a:t>9 Firestore schema? 10 How are reports stored? 11 Why Firebase and Supabase?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5916" y="2771140"/>
            <a:ext cx="5454396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277114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2862580"/>
            <a:ext cx="5308092" cy="11800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766E"/>
                </a:solidFill>
              </a:rPr>
              <a:t>Security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61B22"/>
                </a:solidFill>
              </a:rPr>
              <a:t>12 Where are secrets? 13 What would you fix first? 14 How is health data protected? 15 How do you limit AI risk?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97680"/>
            <a:ext cx="73152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976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Future: Firestore rules and tests, rate limiting, doctor data from OpenStreetMap, age/sex-aware model, reminders, multilingual UI, CI/CD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749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pPr indent="0" marL="0">
              <a:buNone/>
            </a:pPr>
            <a:r>
              <a:rPr lang="en-US" sz="2000" dirty="0">
                <a:solidFill>
                  <a:srgbClr val="7FE0D2"/>
                </a:solidFill>
              </a:rPr>
              <a:t>        Live Demo  |  GitHub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AAYUH Project Presentation – AAYUH</dc:title>
  <dc:subject>PptxGenJS Presentation</dc:subject>
  <dc:creator>P. Bharath Kumar</dc:creator>
  <cp:lastModifiedBy>P. Bharath Kumar</cp:lastModifiedBy>
  <cp:revision>1</cp:revision>
  <dcterms:created xsi:type="dcterms:W3CDTF">2026-10-08T05:02:12Z</dcterms:created>
  <dcterms:modified xsi:type="dcterms:W3CDTF">2026-10-08T05:02:12Z</dcterms:modified>
</cp:coreProperties>
</file>