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chine Learning" id="{0076af9a-15b9-7f6f-619a-35565b42065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full pipeline in one breath.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 data is educational.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numbers only with their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hand-written, not clinically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improvement list proactively.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ML Symptom Engine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ML Symptom Engine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714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ML Symptom Engine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Multinomial Naive Bayes on severity-weighted symptoms with rule-based triage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Pipeline overview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Dataset and cleaning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Model and training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Measured evaluation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Inference, match score and triage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FastAPI, Docker and 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Raw CSVs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dataset, descriptions, precautions, severity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459736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43784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9504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Clean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Drop 94% duplicate rows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38928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Features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Binary symptoms x severity weight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50024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34072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79792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Train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MultinomialNB alpha=10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45168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29216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74936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Artifacts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model.pkl, encoder, JSON files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784348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84348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875788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Serve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FastAPI loads the artifacts once at start-up and answers /predict, /triage, /symptoms and /health.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6185916" y="2784348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5916" y="2784348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59068" y="2875788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Combine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proxy relays calls; the frontend shows match score, remaining symptoms and a triage badge.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cleaning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666668"/>
                <a:gridCol w="7425004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Fact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Value (from the repo data)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Raw symptom dataset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4,920 rows, Disease + 17 symptom columns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After drop_duplicates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304 unique rows (94% were copies)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Diseases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41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Symptoms in model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132 columns; 128 have a severity weight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Other files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Descriptions, precautions, severity weights, Training.csv and Testing.csv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Dataset origin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Kaggle-style symptom datasets named in the code comments; the data looks synthetic, not hospital records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5669280"/>
            <a:ext cx="73152" cy="502920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692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Why dedupe: copies would inflate accuracy and bias class counts.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Why Naive Bayes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Small data, binary features, fast, gives probabilities, easy to explain.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alpha = 10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Strong Laplace smoothing stops a few symptoms from producing extreme probabilities.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Severity weights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Each present symptom is multiplied by its severity weight, so serious symptoms count more.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Split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train.py uses an 80/20 stratified split with random_state 42.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Label encoding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LabelEncoder maps 41 disease names to integers and back.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Persistence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joblib saves the model and encoder; JSON holds symptoms, weights and disease info.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Train accuracy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94.4% on 304 unique rows (reproduced locally).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Test accuracy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92.9% (39 of 42) on the provided Testing.csv.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Clinical cases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evaluate.py also checks 10 hand-written symptom sets: expected disease must be in the top 5.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515106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15106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606546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Caveat 1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test file is tiny: about one example per disease, from the same distribution.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515106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515106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606546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Caveat 2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This is not clinical validation. It shows the pipeline works on this dataset only.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515106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515106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606546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Caveat 3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preprocess+train and evaluate.py both write model_artifacts. The saved artifacts match evaluate.py (132 symptoms), not preprocess (131).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Inference, match score and triage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5212080" cy="433425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features[idx] = 1 * severity weight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model.predict_proba([features])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5 diseases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% = matched / profile symptoms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= profile - matched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triage: red-flag rules first,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urgent rules,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high-risk disease &gt; 30%,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routine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280160"/>
            <a:ext cx="5513832" cy="156785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280160"/>
            <a:ext cx="55138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99632" y="1371600"/>
            <a:ext cx="5367528" cy="143984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Why a match score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A raw probability looks like certainty. Match % shows how much of the disease picture is covered and what to watch for.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26480" y="3030897"/>
            <a:ext cx="5513832" cy="127347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3030897"/>
            <a:ext cx="55138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3122337"/>
            <a:ext cx="5367528" cy="114545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Unknown symptoms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Names are normalized (lowercase, underscores); unknown ones are ignored.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126480" y="4487249"/>
            <a:ext cx="5513832" cy="127347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4487249"/>
            <a:ext cx="551383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4578689"/>
            <a:ext cx="5367528" cy="114545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B8520A"/>
                </a:solidFill>
              </a:rPr>
              <a:t>No match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If nothing matches, the frontend falls back to the LLM guidance.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rules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6667"/>
                <a:gridCol w="6416670"/>
                <a:gridCol w="3208335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Rule (needs min matches)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Message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Emergency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cardiac: chest pain, breathlessness, sweating, palpitations (2)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Seek immediate attention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Emergency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stroke: slurred speech, loss of balance, one-side weakness, spinning (2)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Call emergency services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Emergency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respiratory distress; severe infection; abdominal emergency (2 each)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Emergency care needed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Urgent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high fever + chills + fatigue (3)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See a doctor today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Urgent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dehydration signs (2)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Medical evaluation needed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Urgent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top disease in a high-risk list with probability above 30%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Urgent evaluation recommended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Routine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none of the above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Monitor; see a doctor if it persists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Docker and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API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Pydantic request and response models, 400 when symptoms are empty, CORS allows all origins.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Docker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python:3.11-slim, pinned requirements, uvicorn on port 5000.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Likely Docker bug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HEALTHCHECK uses curl, but the slim image only installs gcc, so the check would fail. Install curl or use Python for the check.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5854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65854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257294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Model limits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Binary symptoms only, 41 diseases, age and sex unused, probabilities not calibrated.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165854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165854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257294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Next steps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Cross-validation, confusion matrix, calibrated probabilities, better data, model versioning.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165854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165854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257294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Testing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pytest for triage rules and inference, plus an API contract test.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Symptom Engine – AAYUH</dc:title>
  <dc:subject>PptxGenJS Presentation</dc:subject>
  <dc:creator>P. Bharath Kumar</dc:creator>
  <cp:lastModifiedBy>P. Bharath Kumar</cp:lastModifiedBy>
  <cp:revision>1</cp:revision>
  <dcterms:created xsi:type="dcterms:W3CDTF">2026-10-08T05:01:28Z</dcterms:created>
  <dcterms:modified xsi:type="dcterms:W3CDTF">2026-10-08T05:01:28Z</dcterms:modified>
</cp:coreProperties>
</file>