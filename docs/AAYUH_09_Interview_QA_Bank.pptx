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Questions" id="{b7dbe2cb-da8c-1b63-8a01-797acb1c6bc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Practise answering aloud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Interview Q and A Bank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2457D6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Interview Q and A Bank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D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Interview Q and A Bank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40 questions with short answers drawn from the three repositories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Frontend and mobile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Backend proxy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Machine learning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AI and LLM (8)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Data and auth (4)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Security and deployment (4)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Frontend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0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19085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Why multi-page vanilla JavaScript?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Fast to build, hosts as static files, and Capacitor can wrap the same pages. The cost is repeated code, so I would move to components as it grows.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0365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19085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does the PWA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manifest makes it installable; a service worker caches six core files cache-first. Full offline mode is not built yet.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499612"/>
            <a:ext cx="5454396" cy="27183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499612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591052"/>
            <a:ext cx="5308092" cy="259029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is a page protected?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onAuthStateChanged redirects to the login page when no user exists. The real protection must be Firebase security rules.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499612"/>
            <a:ext cx="5454396" cy="271830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499612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591052"/>
            <a:ext cx="5308092" cy="259029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 the steps and heart rate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Steps come from the devicemotion accelerometer. Heart rate uses the rear camera and red-channel variance (PPG). Both are approximate and show disclaimers.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Frontend and mobile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is one codebase on three platforms?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Website on Vercel, installable PWA, and Capacitor wraps the www folder into an Android app with Capgo live updates.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70281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57479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What would you improve first in the frontend?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Single source folder instead of root and www copies, one Firebase SDK version, and HTML escaping on every page.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165854"/>
            <a:ext cx="5454396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165854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257294"/>
            <a:ext cx="5308092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 you handle the Android back button?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backbutton.js uses the Capacitor App plugin and shows an exit dialog.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165854"/>
            <a:ext cx="5454396" cy="205206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165854"/>
            <a:ext cx="5454396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257294"/>
            <a:ext cx="5308092" cy="192405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How does responsive design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CSS Grid and Flexbox with media queries; mobile layouts collapse to one column.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Backend proxy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Why a proxy?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To keep the Groq key off the client, relay ML calls and give one origin for CORS.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Which routes exist?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GET /health, POST /chat, POST /predict, POST /triage, GET /symptoms; anything else returns 404.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7793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Which LLM model is used?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The proxy ignores the client model and uses GROQ_MODEL from the environment (default openai/gpt-oss-20b). I would confirm the deployed value.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77793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What bugs did you find?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GET /symptoms is relayed as POST, and JSON.parse on /chat is not guarded, so malformed input can crash the process.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Backend and reliability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do you avoid free-tier sleep?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keep-alive ping every 14 minutes plus a health endpoint.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do you handle failures?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502 with a message for upstream errors, pass-through of Groq status codes, and the page falls back to LLM guidance if ML fails.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3167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Is CORS secure?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It echoes any origin. I would restrict it to my domains.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03167"/>
            <a:ext cx="5454396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How would you stop abuse of /chat?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Rate limits per IP, an app token, a model allow-list, and request size limits.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Machine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Why Multinomial Naive Bayes?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Small dataset, binary symptom features, fast, probabilistic and easy to explain.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does alpha = 10 do?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Heavy smoothing, so a few symptoms cannot create extreme probabilities.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77793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How did you clean the data?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Removed duplicates: 4,920 rows became 304 unique rows, with 41 diseases and 132 symptoms.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677793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677793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769233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are the severity weights?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Each symptom column is multiplied by a weight from the severity file, so serious symptoms count more. 128 of 132 have a weight.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Machine learning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accuracy did you get?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94.4% on the 304 training rows and 92.9% (39 of 42) on the test file. The test set is tiny, so it is not clinical validation.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55621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27605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Why show match % instead of probability?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Match % shows how much of the disease profile is covered and which symptoms remain, which is clearer than a raw probability.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18661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18661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110101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How is triage decided?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Red-flag rules first (cardiac, stroke, respiratory, infection, abdominal), then urgent rules, then high-risk disease above 30%, else routine.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18661"/>
            <a:ext cx="5454396" cy="2199259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18661"/>
            <a:ext cx="5454396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110101"/>
            <a:ext cx="5308092" cy="2071243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What are the model limits?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Binary symptoms, 41 diseases, age and sex unused, uncalibrated probabilities, and educational data.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AI and LLM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929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6491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Where is the LLM used?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Chatbot, medicine summaries, symptom fallback, disease tips and find-doctors suggestions.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9293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6491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do you keep the chatbot on topic?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 system prompt allows medical topics only and returns a fixed refusal otherwise, plus a doctor reminder.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55974"/>
            <a:ext cx="5454396" cy="236194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55974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47414"/>
            <a:ext cx="5308092" cy="223393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What is the biggest AI risk?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Hallucination, especially in find doctors where names and locations are generated. I would use OpenStreetMap or verified data.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55974"/>
            <a:ext cx="5454396" cy="236194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55974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47414"/>
            <a:ext cx="5308092" cy="223393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do attachments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PDFs are parsed with pdf.js (20 pages, 6,000 characters). Images are not analysed; only file names are sent.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AI and prompts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do you get structured output?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Prompts demand JSON only and the page extracts it with a regex. A JSON mode with schema checks would be safer.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does the medicine finder work?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Brand map to generic, openFDA label with a 6 second timeout, and LLM JSON; it uses AI usage text, then FDA text.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003167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What temperature do you use?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0.3 to 0.4 for steadier answers.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4003167"/>
            <a:ext cx="5454396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4003167"/>
            <a:ext cx="5454396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4094607"/>
            <a:ext cx="5308092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How would you ground answers?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Retrieve from trusted sources such as MedlinePlus and show citations.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Data and auth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Explain your Firestore schema.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users/{uid}, medical_history (one doc per file with group_id), emergencyContacts, and userSettings/{uid}.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How do you store reports?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Files go to Storage at reports/{uid}/...; a Firestore doc per file stores URL, path, type and the group id.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Why Firebase and Supabase?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Firebase for auth and records; Supabase was used for the pharmacy table. I would consolidate to one backend.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How does auth persist?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setPersistence(LOCAL) keeps the session across restarts.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Q&amp;A: Data, security and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Where are secrets?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Groq key in Render env. Firebase and Supabase keys in pages are public by design and need strict rules.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185916" y="128016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5916" y="128016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59068" y="137160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What would you fix first?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Remove the hard-coded pharmacy admin password, add Firestore and Storage rules, and rate-limit /chat.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How do you protect health data?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Minimise data, per-user rules, HTTPS, role claims set on a server, consent for AI use, and access logging.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185916" y="3840480"/>
            <a:ext cx="5454396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85916" y="3840480"/>
            <a:ext cx="5454396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9068" y="3931920"/>
            <a:ext cx="5308092" cy="224942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How is it deployed and tested?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Vercel, Render and Docker; testing is manual today and I plan pytest, route tests, Playwright and GitHub Actions.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Q and A Bank – AAYUH</dc:title>
  <dc:subject>PptxGenJS Presentation</dc:subject>
  <dc:creator>P. Bharath Kumar</dc:creator>
  <cp:lastModifiedBy>P. Bharath Kumar</cp:lastModifiedBy>
  <cp:revision>1</cp:revision>
  <dcterms:created xsi:type="dcterms:W3CDTF">2026-10-08T05:01:29Z</dcterms:created>
  <dcterms:modified xsi:type="dcterms:W3CDTF">2026-10-08T05:01:29Z</dcterms:modified>
</cp:coreProperties>
</file>