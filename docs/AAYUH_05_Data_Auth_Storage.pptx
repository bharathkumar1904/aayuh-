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ta" id="{c8007272-8a99-2a77-ffc8-41848ab1f205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Say what this deck covers and that every detail comes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that two backends is a trade-off.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config is normal for Firebase.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 the 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grouping.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thing to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are the real security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Data, Auth and Storage  |  AAYUH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Data, Auth and Storage  |  AAYUH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B0FF"/>
                </a:solidFill>
              </a:rPr>
              <a:t>AAYUH · INTERVIEW DEEP-DIVE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2F4F7"/>
                </a:solidFill>
              </a:rPr>
              <a:t>Data, Auth and Storage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0DA"/>
                </a:solidFill>
              </a:rPr>
              <a:t>Firebase for users and records, Supabase for pharmacy, localStorage for caches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Data architecture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Firebase Authentication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Firestore collections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Medical history upload flow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Supabase pharmacy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Rules and improvements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0FF"/>
                </a:solidFill>
              </a:rPr>
              <a:t>P. Bharath Kumar  ·  Student ID 2400030010  ·  aayuh.vercel.app  ·  github.com/bharathkumar1904/AAYUH-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Firebase Auth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Email and password accounts, session persistence, password reset.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Firestore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Profiles and health data, report metadata, emergency contacts, user settings.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Firebase Storage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The actual report files under reports/{uid}/.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4048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93192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Supabase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Pharmacy products and an admin access log. Added for the shop page.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384048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3840480"/>
            <a:ext cx="3575304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393192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334155"/>
                </a:solidFill>
              </a:rPr>
              <a:t>localStorage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Profile cache, daily steps, last readings, chat history.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384048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3840480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393192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Why two backends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The pharmacy page was built separately. Consolidating on one backend would simplify security.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53312"/>
            <a:ext cx="5212080" cy="4059936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register.html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 min 6 chars + strength bar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createUserWithEmailAndPassword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home.html (login)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setPersistence(LOCAL)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signInWithEmailAndPassword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sendPasswordResetEmail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pages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onAuthStateChanged -&gt; redirect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 index.html if no user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126480" y="1280160"/>
            <a:ext cx="5513832" cy="1455759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0" y="1280160"/>
            <a:ext cx="5513832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99632" y="1371600"/>
            <a:ext cx="5367528" cy="1327743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457D6"/>
                </a:solidFill>
              </a:rPr>
              <a:t>Admin role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The dashboard reads the ID token claims. When role is admin it shows a user list. Setting that claim needs a trusted backend or the Admin SDK.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126480" y="2918799"/>
            <a:ext cx="5513832" cy="1192361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2918799"/>
            <a:ext cx="5513832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99632" y="3010239"/>
            <a:ext cx="5367528" cy="1064345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B8520A"/>
                </a:solidFill>
              </a:rPr>
              <a:t>SDK versions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Pages mix Firebase 9.23 (compat) and 10.x (modular).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26480" y="4294039"/>
            <a:ext cx="5513832" cy="1192361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4294039"/>
            <a:ext cx="5513832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99632" y="4385479"/>
            <a:ext cx="5367528" cy="1064345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457D6"/>
                </a:solidFill>
              </a:rPr>
              <a:t>Public config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The Firebase web config in pages is public by design; security comes from rules.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collections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383334"/>
                <a:gridCol w="6050003"/>
                <a:gridCol w="2658335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Collection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Key fields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Written by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users/{uid}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name, profile fields, stepGoal, health { steps, heartRate, bp, lastUpdated }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dashboard, profile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medical_history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group_id, user_id, user_email, title, description, doctor, date, file_url, file_path, file_type, timestamp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medical history page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emergencyContacts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userId, name, phone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Emergency page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userSettings/{uid}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preference fields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settings page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937760"/>
            <a:ext cx="11091672" cy="502920"/>
          </a:xfrm>
          <a:prstGeom prst="rect">
            <a:avLst/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4937760"/>
            <a:ext cx="73152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493776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B22"/>
                </a:solidFill>
              </a:rPr>
              <a:t>Queries filter by user_email or user_id. Using only the uid is safer because emails can change.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history upload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0" cy="333756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4" name="Image 0" descr="h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38879"/>
            <a:ext cx="4572000" cy="322012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645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Add report form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5120640"/>
            <a:ext cx="1911096" cy="844042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19050">
            <a:solidFill>
              <a:srgbClr val="2457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5157216"/>
            <a:ext cx="1819656" cy="7708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7D6"/>
                </a:solidFill>
              </a:rPr>
              <a:t>Pick files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61B22"/>
                </a:solidFill>
              </a:rPr>
              <a:t>Drag and drop, many files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459736" y="5359781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843784" y="5120640"/>
            <a:ext cx="1911096" cy="844042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19050">
            <a:solidFill>
              <a:srgbClr val="B8520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89504" y="5157216"/>
            <a:ext cx="1819656" cy="7708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20A"/>
                </a:solidFill>
              </a:rPr>
              <a:t>group_id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61B22"/>
                </a:solidFill>
              </a:rPr>
              <a:t>One id for all files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5359781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138928" y="5120640"/>
            <a:ext cx="1911096" cy="844042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19050">
            <a:solidFill>
              <a:srgbClr val="2457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84648" y="5157216"/>
            <a:ext cx="1819656" cy="7708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7D6"/>
                </a:solidFill>
              </a:rPr>
              <a:t>Upload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61B22"/>
                </a:solidFill>
              </a:rPr>
              <a:t>uploadBytesResumable with progress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050024" y="5359781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434072" y="5120640"/>
            <a:ext cx="1911096" cy="844042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79792" y="5157216"/>
            <a:ext cx="1819656" cy="7708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</a:rPr>
              <a:t>URL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61B22"/>
                </a:solidFill>
              </a:rPr>
              <a:t>getDownloadURL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345168" y="5359781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9729216" y="5120640"/>
            <a:ext cx="1911096" cy="844042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19050">
            <a:solidFill>
              <a:srgbClr val="1771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774936" y="5157216"/>
            <a:ext cx="1819656" cy="7708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714A"/>
                </a:solidFill>
              </a:rPr>
              <a:t>Save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61B22"/>
                </a:solidFill>
              </a:rPr>
              <a:t>One Firestore doc per file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394960" y="1280160"/>
            <a:ext cx="6245352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394960" y="1280160"/>
            <a:ext cx="6245352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68112" y="1371600"/>
            <a:ext cx="6099048" cy="8625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457D6"/>
                </a:solidFill>
              </a:rPr>
              <a:t>Why group_id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61B22"/>
                </a:solidFill>
              </a:rPr>
              <a:t>Several files belong to one visit. The list view groups them back into a single report.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394960" y="2453640"/>
            <a:ext cx="6245352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394960" y="2453640"/>
            <a:ext cx="6245352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68112" y="2545080"/>
            <a:ext cx="6099048" cy="8625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457D6"/>
                </a:solidFill>
              </a:rPr>
              <a:t>Read side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61B22"/>
                </a:solidFill>
              </a:rPr>
              <a:t>Query by user and order by timestamp; fallback queries exist when an index is missing.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394960" y="3627120"/>
            <a:ext cx="6245352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394960" y="3627120"/>
            <a:ext cx="6245352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68112" y="3718560"/>
            <a:ext cx="6099048" cy="8625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B3261E"/>
                </a:solidFill>
              </a:rPr>
              <a:t>Formats listed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61B22"/>
                </a:solidFill>
              </a:rPr>
              <a:t>JPG, PNG, PDF, DOC(X), XLS(X), PPT(X), TXT, CSV. No size limit is enforced in the page.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pharmacy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Products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Loads the products table. If it is empty, it inserts 10 seed items.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Shop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Category chips, search, in-memory cart, and Buy buttons that open affiliate links.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3677793"/>
            <a:ext cx="5454396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77793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769233"/>
            <a:ext cx="5308092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Admin access log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Each admin login attempt stores IP, city, country, browser and result using the ipapi.co service.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3677793"/>
            <a:ext cx="5454396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3677793"/>
            <a:ext cx="5454396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3769233"/>
            <a:ext cx="5308092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Serious issue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The admin password is a constant in the page script, so anyone can read it. Replace it with Supabase Auth and row-level policies.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improvements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865501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2737485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Security rules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Firestore and Storage rules are not in the repository. Add them: users read and write only their own documents and files.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865501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2737485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Use uid keys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Replace email-based queries with user_id everywhere.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865501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2737485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Limits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Enforce file size and type in Storage rules.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4328541"/>
            <a:ext cx="3575304" cy="1889379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328541"/>
            <a:ext cx="3575304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4419981"/>
            <a:ext cx="3429000" cy="1761363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Privacy features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Account deletion, data export and retention rules.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4328541"/>
            <a:ext cx="3575304" cy="1889379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4328541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4419981"/>
            <a:ext cx="3429000" cy="1761363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One backend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Move pharmacy products to Firestore or move everything to Supabase.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4328541"/>
            <a:ext cx="3575304" cy="1889379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4328541"/>
            <a:ext cx="3575304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4419981"/>
            <a:ext cx="3429000" cy="1761363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334155"/>
                </a:solidFill>
              </a:rPr>
              <a:t>Backups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Scheduled exports and a restore test.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siArts">
  <a:themeElements>
    <a:clrScheme name="SasiArts">
      <a:dk1>
        <a:srgbClr val="161B22"/>
      </a:dk1>
      <a:lt1>
        <a:srgbClr val="FFFFFF"/>
      </a:lt1>
      <a:dk2>
        <a:srgbClr val="334155"/>
      </a:dk2>
      <a:lt2>
        <a:srgbClr val="F6F7F9"/>
      </a:lt2>
      <a:accent1>
        <a:srgbClr val="2457D6"/>
      </a:accent1>
      <a:accent2>
        <a:srgbClr val="B8520A"/>
      </a:accent2>
      <a:accent3>
        <a:srgbClr val="17714A"/>
      </a:accent3>
      <a:accent4>
        <a:srgbClr val="6B3FA0"/>
      </a:accent4>
      <a:accent5>
        <a:srgbClr val="B3261E"/>
      </a:accent5>
      <a:accent6>
        <a:srgbClr val="0E7490"/>
      </a:accent6>
      <a:hlink>
        <a:srgbClr val="2457D6"/>
      </a:hlink>
      <a:folHlink>
        <a:srgbClr val="6B3FA0"/>
      </a:folHlink>
    </a:clrScheme>
    <a:fontScheme name="SasiArt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Data, Auth and Storage – AAYUH</dc:title>
  <dc:subject>PptxGenJS Presentation</dc:subject>
  <dc:creator>P. Bharath Kumar</dc:creator>
  <cp:lastModifiedBy>P. Bharath Kumar</cp:lastModifiedBy>
  <cp:revision>1</cp:revision>
  <dcterms:created xsi:type="dcterms:W3CDTF">2026-10-08T05:02:26Z</dcterms:created>
  <dcterms:modified xsi:type="dcterms:W3CDTF">2026-10-08T05:02:26Z</dcterms:modified>
</cp:coreProperties>
</file>