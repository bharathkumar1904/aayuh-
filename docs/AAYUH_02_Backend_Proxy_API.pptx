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end" id="{a5bdb3dc-b7ea-8d5b-2828-650f4b1b82b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README mismatch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the five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says Llama 3.3-70B; verify the real env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 by reading the code; test it before claiming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keep-alive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a real gap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the first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Backend Proxy and API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8520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Backend Proxy and API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20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Backend Proxy and API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A 167-line Node.js proxy that protects the LLM key and relays ML calls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Why a proxy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Endpoint contracts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Chat relay to Groq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ML relay and a bug I found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CORS, keep-alive and health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Error handling and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proxy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Browser / App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Proxy (Render)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Node http server, dotenv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Groq LLM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Bearer GROQ_API_KEY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465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735584"/>
          </a:xfrm>
          <a:prstGeom prst="roundRect">
            <a:avLst>
              <a:gd name="adj" fmla="val 9945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662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ML API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FastAPI /predict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81504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81504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72944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Secret protection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Groq key lives in an environment variable. It never appears in browser code.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381504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381504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472944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One entry point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frontend knows one URL and does not care where the ML service runs.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381504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381504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472944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Small and simple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One file, one dependency (dotenv). The README says Express, but the code uses Node http directly.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contracts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200001"/>
                <a:gridCol w="3850002"/>
                <a:gridCol w="5041669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Request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Behavior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GET /health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none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Returns status, ML URL, groq_configured flag, time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/chat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messages, temperature, max_tokens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Relays to Groq chat completions, returns Groq JSON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/predict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symptoms, use_severity, top_k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Relays to ML /predict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POST /triage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{ symptoms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Relays to ML /triage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GET /symptoms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none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Intended to relay symptom list (see bug)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anything else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-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404 { error: Not found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relay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5486400" cy="40599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groqBody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GROQ_MODEL,   // env, default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// openai/gpt-oss-20b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payload.messages || [],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temperature: payload.temperature ?? 0.4,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max_tokens: payload.max_tokens ?? 1200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api.groq.com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/openai/v1/chat/completions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Authorization: Bearer &lt;key&gt;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5239512" cy="14557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280160"/>
            <a:ext cx="523951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371600"/>
            <a:ext cx="5093208" cy="13277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3261E"/>
                </a:solidFill>
              </a:rPr>
              <a:t>Model is server-controlled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The browser sends a model name, but the proxy ignores it and uses GROQ_MODEL. The deployed model is whatever that variable holds.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0" y="2918799"/>
            <a:ext cx="523951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918799"/>
            <a:ext cx="523951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3010239"/>
            <a:ext cx="509320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Defaults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Temperature 0.4 and 1,200 tokens when the client sends none.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0" y="4294039"/>
            <a:ext cx="5239512" cy="11923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4294039"/>
            <a:ext cx="523951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4385479"/>
            <a:ext cx="5093208" cy="106434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Pass-through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Groq status code and body are returned, and non-200 responses are logged.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relay and a bug I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it relays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proxyToML builds an HTTPS request to ML_API_URL and returns the status and JSON. A failure returns 502 with a message.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HTTPS only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It uses the https module, so a plain http ML_API_URL (like the localhost default) would fail. Use an https URL.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Likely bug: /symptoms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proxyToML always sends method POST, but FastAPI /symptoms is a GET route, so it would answer 405. Fix: pass the method through.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How to prove 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Call GET /symptoms on the proxy and compare with calling the ML service directly.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keep-alive and health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CORS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Origin header is echoed back for every request, with POST, GET, OPTIONS allowed. This works for the web, APK and localhost but accepts any site.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Preflight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OPTIONS requests return 204 with cached headers (max age 86400).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Keep-alive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If RENDER_EXTERNAL_URL or RAILWAY_PUBLIC_DOMAIN is set, the server pings itself every 14 minutes so a free instance does not sleep.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Health check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GET /health reports whether Groq is configured, useful for uptime monitors.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850002"/>
                <a:gridCol w="724167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GROQ_API_KEY missing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500 { error: GROQ_API_KEY not configured }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 or ML unreachable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502 with the error message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 returns an error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Status and body passed through, logged on the server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Unknown route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404 JSON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Malformed JSON body on /chat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JSON.parse is not wrapped in try/catch, so it can throw and crash the process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Rate limit and auth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Per-IP limits and an app token so /chat cannot be used by anyone to spend the Groq quota.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Origin allow-list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Allow only the Vercel domain, the custom domain and the app origin.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Validate input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Try/catch for JSON, body size limit, allow-list of models, message count limit.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Fix the method bug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Pass the original method to the ML relay and add timeouts.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Use a framework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Express or Fastify with middleware, structured logs and tests.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Contract tests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Automated tests for each route against a mocked Groq and ML service.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Proxy and API – AAYUH</dc:title>
  <dc:subject>PptxGenJS Presentation</dc:subject>
  <dc:creator>P. Bharath Kumar</dc:creator>
  <cp:lastModifiedBy>P. Bharath Kumar</cp:lastModifiedBy>
  <cp:revision>1</cp:revision>
  <dcterms:created xsi:type="dcterms:W3CDTF">2026-10-08T05:01:28Z</dcterms:created>
  <dcterms:modified xsi:type="dcterms:W3CDTF">2026-10-08T05:01:28Z</dcterms:modified>
</cp:coreProperties>
</file>