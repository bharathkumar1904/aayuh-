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urity" id="{7d8fbe44-4602-584a-5a48-68faa6f0fe9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think in assets and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keys are fine only with strong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these yourself in the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applicable privacy law generally and consult a professional.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intent, then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by impact on data and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to the data-protection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Security, Privacy and Responsible AI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Security, Privacy and Responsible AI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3261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Security, Privacy and Responsible AI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What is protected, what is exposed, and the fixes I would make first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Threat overview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Secrets: private versus public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Known vulnerabilities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Health data privacy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Responsible AI controls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Hardening plan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overview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291668"/>
                <a:gridCol w="3116668"/>
                <a:gridCol w="5683336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Asset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Control in place today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Groq API key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Theft, quota abuse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Server-side env var; endpoint is open (gap)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User health data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Unauthorised access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Auth + per-user paths; rules not in repo (gap)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Medical files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Leak via URL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Storage download URLs; rules must restrict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ML service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Misuse, downtime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Reached through proxy; fallback to LLM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Pharmacy admin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Takeover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Hard-coded password (serious gap)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Users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Harm from wrong advice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Disclaimers, triage, no doses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private versus public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750001"/>
                <a:gridCol w="3666668"/>
                <a:gridCol w="4675002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Groq API key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Render environment variable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Private and correct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Firebase web config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Page scripts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Public by design; rules must protect data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Supabase anon key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pharmacy.html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Public by design; row-level security must protect writes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ML_API_URL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Proxy env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Private setting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Pharmacy admin password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pharmacy.html constant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Exposed: anyone can read it. Remove now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Ad publisher id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ads.txt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Public by design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vulnerabilities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666668"/>
                <a:gridCol w="4216669"/>
                <a:gridCol w="3208335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Hard-coded pharmacy admin password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Anyone can open the admin panel and edit products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Supabase Auth and RLS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Open /chat endpoint, CORS any origin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Strangers spend the Groq quota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Rate limits, origin allow-list, app token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JSON.parse without try/catch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 bad request can crash the proxy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Validate and catch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Firestore and Storage rules missing from repo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Data could be readable if defaults are open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Add and test rules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Admin list reads the whole users collection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Works only if rules allow it; a rule slip exposes all users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Admin function with the Admin SDK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HTML built from strings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Script injection on some pages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Escape or use textContent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LLM doctor suggestions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Fake clinics shown on a map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Use verified data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privacy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Data collected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Email, name, profile and body stats, steps, heart rate, BP, reports, emergency contacts.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Third-party flows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Groq gets symptoms and attached report text; ipapi gets the visitor IP; Nominatim gets locations; Firebase and Supabase store data.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165854"/>
            <a:ext cx="5454396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165854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257294"/>
            <a:ext cx="5308092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In place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Privacy Policy, Terms, Medical Disclaimer pages and a cookie banner.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165854"/>
            <a:ext cx="5454396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165854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257294"/>
            <a:ext cx="5308092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Missing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In-app consent for sending text to an LLM, account deletion and data export.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controls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Disclaimers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Every AI and result page says the content is educational and not medical advice.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Triage first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Emergency and urgent rules override the model output.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No doses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symptom fallback prompt forbids naming medicines or doses.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03167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Topic limit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BBot refuses non-medical questions.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003167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Transparency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Results show a symptom match score rather than a diagnosis.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003167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Gap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No human review, no output moderation, no logging of unsafe outputs.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Priority 1 (now)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Remove the pharmacy admin password; add Firestore and Storage rules; add rate limits to /chat.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Priority 2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CORS allow-list; input validation in the proxy; escape HTML; verified doctor data.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03167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Priority 3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Consent and deletion features; monitoring and alerts; security headers.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003167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Process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Automated tests and CI checks, dependency audits, a written incident plan.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protect health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Minimise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Collect only what a feature needs.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Isolate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Per-user rules and storage paths.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Encrypt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HTTPS in transit; provider encryption at rest.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77793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Control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Admin roles via claims and server code, not client flags.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677793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Inform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Clear consent before sending text to AI services.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677793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Audit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Log access to sensitive records.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Security, Privacy and Responsible AI – AAYUH</dc:title>
  <dc:subject>PptxGenJS Presentation</dc:subject>
  <dc:creator>P. Bharath Kumar</dc:creator>
  <cp:lastModifiedBy>P. Bharath Kumar</cp:lastModifiedBy>
  <cp:revision>1</cp:revision>
  <dcterms:created xsi:type="dcterms:W3CDTF">2026-10-08T05:02:26Z</dcterms:created>
  <dcterms:modified xsi:type="dcterms:W3CDTF">2026-10-08T05:02:26Z</dcterms:modified>
</cp:coreProperties>
</file>